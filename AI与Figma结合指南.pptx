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FF7C3C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FF5E1A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如何让 AI 与 Figma</a:t>
            </a:r>
            <a:endParaRPr lang="en-US" sz="4400" dirty="0"/>
          </a:p>
          <a:p>
            <a:pPr algn="ctr"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更好地结合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D2C 工作流优化指南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0" y="4572000"/>
            <a:ext cx="1828800" cy="73152"/>
          </a:xfrm>
          <a:prstGeom prst="rect">
            <a:avLst/>
          </a:prstGeom>
          <a:solidFill>
            <a:srgbClr val="FF7C3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作者：焦健 | TRAE技术专家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7C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AI 总是无法还原设计稿？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FFF8F5"/>
          </a:solidFill>
          <a:ln w="12700">
            <a:solidFill>
              <a:srgbClr val="DFE6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📉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88720" y="1417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信息有损压缩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Figma 设计数据庞大，必须简化才能传输，导致大量关键信息丢失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FFF8F5"/>
          </a:solidFill>
          <a:ln w="12700">
            <a:solidFill>
              <a:srgbClr val="DFE6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0" y="1417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注意力涣散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9202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上下文窗口有限，设计信息会挤占代码库的上下文空间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FFF8F5"/>
          </a:solidFill>
          <a:ln w="12700">
            <a:solidFill>
              <a:srgbClr val="DFE6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🧩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188720" y="3246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缺乏组件认知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37490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只看到视觉形状，不知道应该复用代码库中的真实组件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310896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FFF8F5"/>
          </a:solidFill>
          <a:ln w="12700">
            <a:solidFill>
              <a:srgbClr val="DFE6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💥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486400" y="3246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信息爆炸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37760" y="37490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整页生成复杂度高，AI 准确度低，产出代码难以维护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7C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两大优化策略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8F5"/>
          </a:solidFill>
          <a:ln w="25400">
            <a:solidFill>
              <a:srgbClr val="FF7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7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4630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 AI 的实现规模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选择长上下文模型</a:t>
            </a:r>
            <a:endParaRPr lang="en-US" sz="13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Opus / Gemini 3 Pro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利用多模态能力，截图辅助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模块化拆分 &gt; 整页生成</a:t>
            </a:r>
            <a:endParaRPr lang="en-US" sz="13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像搭积木一样逐个模块还原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8F5"/>
          </a:solidFill>
          <a:ln w="25400">
            <a:solidFill>
              <a:srgbClr val="FF5E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5E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394960" y="14630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提供高质量上下文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7760" y="210312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 Figma MCP 获取数据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 Connect 关联组件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Design Token 映射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设计规范是前提</a:t>
            </a:r>
            <a:endParaRPr lang="en-US" sz="13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 Layout + 组件化 + Variables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7C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模型选择推荐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32004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2743200"/>
                <a:gridCol w="182880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上下文窗口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D2C 效果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推荐度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Claude Opus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布局、间距、组件引用均准确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7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⭐⭐⭐⭐⭐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Gemini 3 Pro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布局正确，文案准确，但细节有偏差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⭐⭐⭐⭐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GPT-5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272k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上下文过大导致注意力涣散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⭐⭐⭐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Doubao-Seed-Code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184k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上下文窗口不足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⭐⭐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7C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Figma 数据获取方案对比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743200" cy="3657600"/>
          </a:xfrm>
          <a:prstGeom prst="roundRect">
            <a:avLst>
              <a:gd name="adj" fmla="val 3333"/>
            </a:avLst>
          </a:prstGeom>
          <a:solidFill>
            <a:srgbClr val="FFF8F5"/>
          </a:solidFill>
          <a:ln w="12700">
            <a:solidFill>
              <a:srgbClr val="DFE6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2743200" cy="1371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Figma 官方 MCP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Code Connect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7C3C"/>
                </a:solidFill>
              </a:rPr>
              <a:t>⭐⭐⭐⭐⭐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743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30175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工程质量最高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能复用真实组件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Design Token 完整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931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劣势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42062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配置较复杂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需本地运行 Figma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1188720"/>
            <a:ext cx="2743200" cy="3657600"/>
          </a:xfrm>
          <a:prstGeom prst="roundRect">
            <a:avLst>
              <a:gd name="adj" fmla="val 3333"/>
            </a:avLst>
          </a:prstGeom>
          <a:solidFill>
            <a:srgbClr val="FFF8F5"/>
          </a:solidFill>
          <a:ln w="12700">
            <a:solidFill>
              <a:srgbClr val="DFE6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1188720"/>
            <a:ext cx="2743200" cy="1371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14630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TRAE Figma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2286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7C3C"/>
                </a:solidFill>
              </a:rPr>
              <a:t>⭐⭐⭐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29000" y="2743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29000" y="30175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操作最便捷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与 IDE 无缝集成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29000" y="3931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劣势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29000" y="42062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无法复用组件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无 Design Token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1188720"/>
            <a:ext cx="2743200" cy="3657600"/>
          </a:xfrm>
          <a:prstGeom prst="roundRect">
            <a:avLst>
              <a:gd name="adj" fmla="val 3333"/>
            </a:avLst>
          </a:prstGeom>
          <a:solidFill>
            <a:srgbClr val="FFF8F5"/>
          </a:solidFill>
          <a:ln w="12700">
            <a:solidFill>
              <a:srgbClr val="DFE6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1188720"/>
            <a:ext cx="2743200" cy="1371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14630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 OpenAPI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脚本生成 IR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9360" y="2286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7C3C"/>
                </a:solidFill>
              </a:rPr>
              <a:t>⭐⭐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55080" y="2743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55080" y="30175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灵活性最高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可深度定制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55080" y="3931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劣势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55080" y="42062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心智负担重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中间产物过大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7C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推荐工作流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43000" y="1280160"/>
            <a:ext cx="457200" cy="457200"/>
          </a:xfrm>
          <a:prstGeom prst="ellipse">
            <a:avLst/>
          </a:prstGeom>
          <a:solidFill>
            <a:srgbClr val="FF7C3C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准备阶段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设计师与工程师共同审查设计稿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完成关键组件的 Code Connect 映射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9456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FE6E9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337560" y="1280160"/>
            <a:ext cx="457200" cy="457200"/>
          </a:xfrm>
          <a:prstGeom prst="ellipse">
            <a:avLst/>
          </a:prstGeom>
          <a:solidFill>
            <a:srgbClr val="FF7C3C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651760" y="1828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开发阶段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51760" y="22860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本地启动 Figma App 和 MCP Server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采用模块化拆分策略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FE6E9"/>
                </a:solidFill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532120" y="1280160"/>
            <a:ext cx="457200" cy="457200"/>
          </a:xfrm>
          <a:prstGeom prst="ellipse">
            <a:avLst/>
          </a:prstGeom>
          <a:solidFill>
            <a:srgbClr val="FF7C3C"/>
          </a:solidFill>
          <a:ln/>
        </p:spPr>
      </p:sp>
      <p:sp>
        <p:nvSpPr>
          <p:cNvPr id="15" name="Text 13"/>
          <p:cNvSpPr/>
          <p:nvPr/>
        </p:nvSpPr>
        <p:spPr>
          <a:xfrm>
            <a:off x="553212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46320" y="1828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执行阶段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22860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 Claude Opus 模型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SKILL 逐个模块生成代码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FE6E9"/>
                </a:solidFill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726680" y="1280160"/>
            <a:ext cx="457200" cy="457200"/>
          </a:xfrm>
          <a:prstGeom prst="ellipse">
            <a:avLst/>
          </a:prstGeom>
          <a:solidFill>
            <a:srgbClr val="FF7C3C"/>
          </a:solidFill>
          <a:ln/>
        </p:spPr>
      </p:sp>
      <p:sp>
        <p:nvSpPr>
          <p:cNvPr id="20" name="Text 18"/>
          <p:cNvSpPr/>
          <p:nvPr/>
        </p:nvSpPr>
        <p:spPr>
          <a:xfrm>
            <a:off x="772668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040880" y="1828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调优阶段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40880" y="22860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工程师审查代码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修正文案、样式，集成业务逻辑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65760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FFF3E0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794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关键要点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41148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设计稿必须使用 Auto Layout、组件化、Variables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模块化拆分比整页生成效果更好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Claude Opus 是目前 D2C 效果最好的模型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未来展望：AI 自调试闭环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7315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FE6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👁️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150876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视觉回归测试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828800" y="187452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 Playwright / Cypress 等工具，AI 生成代码后自动截图比对设计稿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2560320"/>
            <a:ext cx="7315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FE6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828800" y="269748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自我修正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828800" y="306324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 AI Agent 扮演"视觉 QA"，判断差异并生成修正指令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749040"/>
            <a:ext cx="7315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FE6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931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🖥️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828800" y="388620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IDE 内视觉反馈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828800" y="425196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直接在编辑器中预览组件渲染效果，框选差异，快速迭代闭环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7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0" y="1737360"/>
            <a:ext cx="182880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2103120"/>
            <a:ext cx="6400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Figma Local MCP + Code Connect 是首选方案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模块化拆分策略效果最好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Opus &gt; Gemini 3 Pro &gt; GPT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Design-to-Code 需要人机协同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 AI 将实现自调试闭环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如何让 AI 与 Figma 更好地结合</dc:title>
  <dc:subject>PptxGenJS Presentation</dc:subject>
  <dc:creator>ArtFish</dc:creator>
  <cp:lastModifiedBy>ArtFish</cp:lastModifiedBy>
  <cp:revision>1</cp:revision>
  <dcterms:created xsi:type="dcterms:W3CDTF">2026-03-19T11:49:02Z</dcterms:created>
  <dcterms:modified xsi:type="dcterms:W3CDTF">2026-03-19T11:49:02Z</dcterms:modified>
</cp:coreProperties>
</file>